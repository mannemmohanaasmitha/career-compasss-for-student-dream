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6" r:id="rId13"/>
    <p:sldId id="349" r:id="rId14"/>
    <p:sldId id="340" r:id="rId15"/>
    <p:sldId id="347" r:id="rId16"/>
    <p:sldId id="348" r:id="rId17"/>
    <p:sldId id="3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>
        <p:scale>
          <a:sx n="75" d="100"/>
          <a:sy n="75" d="100"/>
        </p:scale>
        <p:origin x="763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11-03-2026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11-03-2026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11-03-2026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11-03-2026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 :CAREER COMPASS FOR STUDENT DREAMS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692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err="1"/>
              <a:t>M.Mohana</a:t>
            </a:r>
            <a:r>
              <a:rPr lang="en-US" sz="9600" dirty="0"/>
              <a:t> Asmitha	</a:t>
            </a:r>
          </a:p>
          <a:p>
            <a:pPr marL="0" indent="0" algn="ctr">
              <a:buNone/>
            </a:pPr>
            <a:r>
              <a:rPr lang="en-US" sz="9600" dirty="0"/>
              <a:t>Student ID: 2520030486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 3</a:t>
            </a:r>
          </a:p>
          <a:p>
            <a:pPr marL="0" indent="0" algn="ctr">
              <a:buNone/>
            </a:pPr>
            <a:r>
              <a:rPr lang="en-US" sz="11200" dirty="0"/>
              <a:t>Section: 11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11-03-2026</a:t>
            </a:fld>
            <a:endParaRPr lang="en-US"/>
          </a:p>
        </p:txBody>
      </p:sp>
      <p:pic>
        <p:nvPicPr>
          <p:cNvPr id="12" name="Picture 11" descr="A picture containing shape  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44" y="5425372"/>
            <a:ext cx="2082056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496264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err="1">
                <a:solidFill>
                  <a:srgbClr val="00B050"/>
                </a:solidFill>
              </a:rPr>
              <a:t>Mrs.Surekha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32D695-F761-A6FB-18F7-9791733223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93134"/>
            <a:ext cx="10686002" cy="3929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800" dirty="0"/>
              <a:t>Career Compass </a:t>
            </a:r>
            <a:r>
              <a:rPr lang="en-US" sz="1800" dirty="0" err="1"/>
              <a:t>ForStudent</a:t>
            </a:r>
            <a:r>
              <a:rPr lang="en-US" sz="1800" dirty="0"/>
              <a:t> Dreams is a web-based platform that helps students choose suitable careers based on their interests and strengths. Includes a self-assessment quiz to analyze personality, abilities, and career preferences.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Recommends suitable career paths based on student responses and academic background and    Displays career details such as description, demand, </a:t>
            </a:r>
            <a:r>
              <a:rPr lang="en-US" altLang="en-US" sz="1800" dirty="0" err="1">
                <a:latin typeface="Arial" panose="020B0604020202020204" pitchFamily="34" charset="0"/>
              </a:rPr>
              <a:t>growth,stability</a:t>
            </a:r>
            <a:r>
              <a:rPr lang="en-US" altLang="en-US" sz="1800" dirty="0">
                <a:latin typeface="Arial" panose="020B0604020202020204" pitchFamily="34" charset="0"/>
              </a:rPr>
              <a:t>, and salary scope.</a:t>
            </a:r>
            <a:endParaRPr lang="en-US" sz="1800" dirty="0"/>
          </a:p>
          <a:p>
            <a:pPr algn="just"/>
            <a:r>
              <a:rPr lang="en-US" altLang="en-US" sz="1800" dirty="0">
                <a:latin typeface="Arial" panose="020B0604020202020204" pitchFamily="34" charset="0"/>
              </a:rPr>
              <a:t>Offers information about academic streams like MPC, </a:t>
            </a:r>
            <a:r>
              <a:rPr lang="en-US" altLang="en-US" sz="1800" dirty="0" err="1">
                <a:latin typeface="Arial" panose="020B0604020202020204" pitchFamily="34" charset="0"/>
              </a:rPr>
              <a:t>BiPC</a:t>
            </a:r>
            <a:r>
              <a:rPr lang="en-US" altLang="en-US" sz="1800" dirty="0">
                <a:latin typeface="Arial" panose="020B0604020202020204" pitchFamily="34" charset="0"/>
              </a:rPr>
              <a:t>, Commerce also </a:t>
            </a:r>
            <a:r>
              <a:rPr lang="en-US" sz="1800" dirty="0"/>
              <a:t>Helps students understand important skills required for different career paths.</a:t>
            </a:r>
          </a:p>
          <a:p>
            <a:pPr algn="just"/>
            <a:r>
              <a:rPr lang="en-US" sz="1800" dirty="0"/>
              <a:t>The RESUME Builder to help students create Professional resumes Easily and Provides English improvement modules vocabulary and </a:t>
            </a:r>
            <a:r>
              <a:rPr lang="en-US" sz="1800" dirty="0" err="1"/>
              <a:t>sectence</a:t>
            </a:r>
            <a:r>
              <a:rPr lang="en-US" sz="1800" dirty="0"/>
              <a:t> practice. </a:t>
            </a:r>
          </a:p>
          <a:p>
            <a:pPr algn="just"/>
            <a:r>
              <a:rPr lang="en-US" sz="1800" dirty="0"/>
              <a:t> Supports Confidence </a:t>
            </a:r>
            <a:r>
              <a:rPr lang="en-US" sz="1800" dirty="0" err="1"/>
              <a:t>Devlopment</a:t>
            </a:r>
            <a:r>
              <a:rPr lang="en-US" sz="1800" dirty="0"/>
              <a:t> By helping students Overcome Fears also Motivates Students through guidance and career development Support</a:t>
            </a:r>
          </a:p>
          <a:p>
            <a:pPr algn="just"/>
            <a:r>
              <a:rPr lang="en-US" sz="1800" dirty="0"/>
              <a:t>Overall, The platform motivates students and helps them make informed career decisions for the future..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3B8EC4B1-A289-A756-7A14-B00360EE2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216" y="78378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C0C70EEF-B812-C8C3-8CCC-87ECD33C7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B36AA874-C6DC-4DFE-B81D-F2827621B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55800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006DE360-1F7D-8AF3-14F4-3E0037109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244" y="2373625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4" name="Rectangle 35">
            <a:extLst>
              <a:ext uri="{FF2B5EF4-FFF2-40B4-BE49-F238E27FC236}">
                <a16:creationId xmlns:a16="http://schemas.microsoft.com/office/drawing/2014/main" id="{7A21AA2B-3E25-9D21-4001-6F6AD4721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113400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5" name="Rectangle 36">
            <a:extLst>
              <a:ext uri="{FF2B5EF4-FFF2-40B4-BE49-F238E27FC236}">
                <a16:creationId xmlns:a16="http://schemas.microsoft.com/office/drawing/2014/main" id="{00BF89E0-C407-C305-7FA2-28BD79AD1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4265800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5B783-A49C-068A-310A-DC63574BA0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0618" y="1490242"/>
            <a:ext cx="9017000" cy="3860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 Platforms provide online courses and resources to help students learn career skills.</a:t>
            </a:r>
          </a:p>
          <a:p>
            <a:r>
              <a:rPr lang="en-US" sz="1800" dirty="0"/>
              <a:t> Some systems offer aptitude tests to analyze student interests and abilities.</a:t>
            </a:r>
          </a:p>
          <a:p>
            <a:r>
              <a:rPr lang="en-US" sz="1800" dirty="0"/>
              <a:t> Career guidance websites suggest suitable professions based on quiz results.</a:t>
            </a:r>
          </a:p>
          <a:p>
            <a:r>
              <a:rPr lang="en-US" sz="1800" dirty="0"/>
              <a:t> Many platforms provide career information such as salary, demand, and skills.</a:t>
            </a:r>
          </a:p>
          <a:p>
            <a:r>
              <a:rPr lang="en-US" sz="1800" dirty="0"/>
              <a:t> Some tools recommend learning paths and certifications for specific careers.</a:t>
            </a:r>
          </a:p>
          <a:p>
            <a:r>
              <a:rPr lang="en-US" sz="1800" dirty="0"/>
              <a:t> Certain platforms help students build resumes and improve professional profiles.</a:t>
            </a:r>
          </a:p>
          <a:p>
            <a:r>
              <a:rPr lang="en-US" sz="1800" dirty="0"/>
              <a:t> Few systems provide basic guidance to explore different career opportunities.</a:t>
            </a:r>
          </a:p>
          <a:p>
            <a:r>
              <a:rPr lang="en-US" sz="1800" dirty="0"/>
              <a:t>Some modern career platforms use AI-based systems to provide personalized career recommendations and learning paths.</a:t>
            </a:r>
          </a:p>
          <a:p>
            <a:r>
              <a:rPr lang="en-US" sz="1800" dirty="0"/>
              <a:t>A few systems provide mentorship programs where professionals guide students about career growth and industry expectations.</a:t>
            </a:r>
            <a:endParaRPr lang="en-US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4C9DC3-276B-AA85-4FE8-97B92216CB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59107"/>
            <a:ext cx="10713097" cy="3611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Web-based career guidance system for students.</a:t>
            </a:r>
          </a:p>
          <a:p>
            <a:r>
              <a:rPr lang="en-US" sz="1800" dirty="0"/>
              <a:t>Secure login and registration system that provides personalized access for each student.</a:t>
            </a:r>
          </a:p>
          <a:p>
            <a:r>
              <a:rPr lang="en-US" sz="1800" dirty="0"/>
              <a:t>Career exploration module providing detailed information about different professions.</a:t>
            </a:r>
          </a:p>
          <a:p>
            <a:r>
              <a:rPr lang="en-US" sz="1800" dirty="0"/>
              <a:t>Self-assessment quiz to analyze student interests, strengths, and career preferences.</a:t>
            </a:r>
          </a:p>
          <a:p>
            <a:r>
              <a:rPr lang="en-US" sz="1800" dirty="0"/>
              <a:t>Career recommendation system that suggests suitable professions based on quiz results</a:t>
            </a:r>
          </a:p>
          <a:p>
            <a:r>
              <a:rPr lang="en-US" sz="1800" dirty="0"/>
              <a:t>Resume Builder Feature The system includes a resume builder that helps students create a professional resume</a:t>
            </a:r>
          </a:p>
          <a:p>
            <a:r>
              <a:rPr lang="en-US" sz="1800" dirty="0"/>
              <a:t>English improvement module to help students develop communication skills.</a:t>
            </a:r>
          </a:p>
          <a:p>
            <a:r>
              <a:rPr lang="en-US" sz="1800" dirty="0"/>
              <a:t>Motivation and guidance system that encourages students to stay focused on career goals.</a:t>
            </a:r>
          </a:p>
          <a:p>
            <a:r>
              <a:rPr lang="en-US" sz="1800" dirty="0"/>
              <a:t>User-Friendly and Interactive Interface navigate through different features</a:t>
            </a:r>
            <a:endParaRPr lang="en-US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298066"/>
          </a:xfrm>
        </p:spPr>
        <p:txBody>
          <a:bodyPr>
            <a:normAutofit fontScale="40000" lnSpcReduction="20000"/>
          </a:bodyPr>
          <a:lstStyle/>
          <a:p>
            <a:r>
              <a:rPr lang="en-US" sz="6000" dirty="0"/>
              <a:t> User Interface (UI)</a:t>
            </a:r>
          </a:p>
          <a:p>
            <a:r>
              <a:rPr lang="en-US" sz="6000" dirty="0"/>
              <a:t> designed using HTML pages including login, registration, dashboard, courses, quiz, skills, resume builder, English, and confidence modules.</a:t>
            </a:r>
          </a:p>
          <a:p>
            <a:r>
              <a:rPr lang="en-US" sz="6000" dirty="0"/>
              <a:t> CSS styling </a:t>
            </a:r>
            <a:r>
              <a:rPr lang="en-US" sz="6000" dirty="0">
                <a:sym typeface="Wingdings" panose="05000000000000000000" pitchFamily="2" charset="2"/>
              </a:rPr>
              <a:t></a:t>
            </a:r>
            <a:r>
              <a:rPr lang="en-US" sz="6000" dirty="0"/>
              <a:t>create buttons, forms, and dashboard design.</a:t>
            </a:r>
          </a:p>
          <a:p>
            <a:r>
              <a:rPr lang="en-US" sz="6000" dirty="0"/>
              <a:t> JavaScript handles frontend logic such as login, registration, logout, navigation,</a:t>
            </a:r>
          </a:p>
          <a:p>
            <a:r>
              <a:rPr lang="en-US" sz="6000" dirty="0"/>
              <a:t>  </a:t>
            </a:r>
            <a:r>
              <a:rPr lang="en-US" sz="6000" b="1" dirty="0"/>
              <a:t>Resume Builder Module</a:t>
            </a:r>
            <a:r>
              <a:rPr lang="en-US" sz="6000" dirty="0"/>
              <a:t> </a:t>
            </a:r>
            <a:r>
              <a:rPr lang="en-US" sz="6000" dirty="0">
                <a:sym typeface="Wingdings" panose="05000000000000000000" pitchFamily="2" charset="2"/>
              </a:rPr>
              <a:t></a:t>
            </a:r>
            <a:r>
              <a:rPr lang="en-US" sz="6000" dirty="0"/>
              <a:t> Generates professional resumes with live preview.</a:t>
            </a:r>
          </a:p>
          <a:p>
            <a:r>
              <a:rPr lang="en-US" sz="6000" dirty="0"/>
              <a:t> </a:t>
            </a:r>
            <a:r>
              <a:rPr lang="en-US" sz="6000" b="1" dirty="0"/>
              <a:t>English Learning Module</a:t>
            </a:r>
            <a:r>
              <a:rPr lang="en-US" sz="6000" dirty="0"/>
              <a:t> </a:t>
            </a:r>
            <a:r>
              <a:rPr lang="en-US" sz="6000" dirty="0">
                <a:sym typeface="Wingdings" panose="05000000000000000000" pitchFamily="2" charset="2"/>
              </a:rPr>
              <a:t></a:t>
            </a:r>
            <a:r>
              <a:rPr lang="en-US" sz="6000" dirty="0"/>
              <a:t> Vocabulary practice and communication improvement.</a:t>
            </a:r>
          </a:p>
          <a:p>
            <a:r>
              <a:rPr lang="en-US" sz="6000" dirty="0"/>
              <a:t> </a:t>
            </a:r>
            <a:r>
              <a:rPr lang="en-US" sz="6000" b="1" dirty="0"/>
              <a:t>Confidence Support Module</a:t>
            </a:r>
            <a:r>
              <a:rPr lang="en-US" sz="6000" dirty="0"/>
              <a:t> </a:t>
            </a:r>
            <a:r>
              <a:rPr lang="en-US" sz="6000" dirty="0">
                <a:sym typeface="Wingdings" panose="05000000000000000000" pitchFamily="2" charset="2"/>
              </a:rPr>
              <a:t></a:t>
            </a:r>
            <a:r>
              <a:rPr lang="en-US" sz="6000" dirty="0"/>
              <a:t> Helps reduce stage fear, exam stress, and speaking anxiety.</a:t>
            </a:r>
          </a:p>
          <a:p>
            <a:r>
              <a:rPr lang="en-US" sz="6000" dirty="0"/>
              <a:t> </a:t>
            </a:r>
            <a:r>
              <a:rPr lang="en-US" sz="6000" b="1" dirty="0"/>
              <a:t>Data Storage Layer</a:t>
            </a:r>
            <a:r>
              <a:rPr lang="en-US" sz="6000" dirty="0"/>
              <a:t> </a:t>
            </a:r>
            <a:r>
              <a:rPr lang="en-US" sz="6000" dirty="0">
                <a:sym typeface="Wingdings" panose="05000000000000000000" pitchFamily="2" charset="2"/>
              </a:rPr>
              <a:t></a:t>
            </a:r>
            <a:r>
              <a:rPr lang="en-US" sz="6000" dirty="0"/>
              <a:t> Uses JavaScript arrays and browser </a:t>
            </a:r>
            <a:r>
              <a:rPr lang="en-US" sz="6000" dirty="0" err="1"/>
              <a:t>localStorage</a:t>
            </a:r>
            <a:r>
              <a:rPr lang="en-US" sz="6000" dirty="0"/>
              <a:t> for user and career data.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137756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269"/>
            <a:ext cx="10515600" cy="5130606"/>
          </a:xfrm>
        </p:spPr>
        <p:txBody>
          <a:bodyPr>
            <a:normAutofit fontScale="77500" lnSpcReduction="20000"/>
          </a:bodyPr>
          <a:lstStyle/>
          <a:p>
            <a:r>
              <a:rPr lang="en-US" sz="2400" b="1" dirty="0"/>
              <a:t>Module 1: Authentication</a:t>
            </a:r>
            <a:r>
              <a:rPr lang="en-US" sz="2400" dirty="0"/>
              <a:t> — Login and registration using HTML forms and JavaScript validation; user details stored in </a:t>
            </a:r>
            <a:r>
              <a:rPr lang="en-US" sz="2400" dirty="0" err="1"/>
              <a:t>localStorage</a:t>
            </a:r>
            <a:r>
              <a:rPr lang="en-US" sz="2400" dirty="0"/>
              <a:t> with secure dashboard access and logout functionality.</a:t>
            </a:r>
          </a:p>
          <a:p>
            <a:r>
              <a:rPr lang="en-US" sz="2400" b="1" dirty="0"/>
              <a:t>Module 2: Career Data Management</a:t>
            </a:r>
            <a:r>
              <a:rPr lang="en-US" sz="2400" dirty="0"/>
              <a:t> — Career dataset stored in JavaScript objects containing career name, description, demand, growth, salary scope, roadmap steps, and required skills information.</a:t>
            </a:r>
          </a:p>
          <a:p>
            <a:r>
              <a:rPr lang="en-US" sz="2400" b="1" dirty="0"/>
              <a:t>Module 3: Dashboard Overview</a:t>
            </a:r>
            <a:r>
              <a:rPr lang="en-US" sz="2400" dirty="0"/>
              <a:t> — Student dashboard displays welcome message, motivation quotes, career readiness insights, and quick navigation links to explore careers, quiz, skills, and resume builder.</a:t>
            </a:r>
          </a:p>
          <a:p>
            <a:r>
              <a:rPr lang="en-US" sz="2400" b="1" dirty="0"/>
              <a:t>Module 4: Career Exploration</a:t>
            </a:r>
            <a:r>
              <a:rPr lang="en-US" sz="2400" dirty="0"/>
              <a:t> — Students browse multiple professions with detailed descriptions, demand graphs, stability insights, salary scope, and structured step-by-step career roadmaps.</a:t>
            </a:r>
          </a:p>
          <a:p>
            <a:r>
              <a:rPr lang="en-US" sz="2400" b="1" dirty="0"/>
              <a:t>Module 5: Self-Assessment Quiz</a:t>
            </a:r>
            <a:r>
              <a:rPr lang="en-US" sz="2400" dirty="0"/>
              <a:t> — Psychometric quiz collects interests, academic stream, strengths, and preferences, helping analyze personality and suggest suitable career directions.</a:t>
            </a:r>
          </a:p>
          <a:p>
            <a:r>
              <a:rPr lang="en-US" sz="2400" b="1" dirty="0"/>
              <a:t>Module 6: Career Recommendation System</a:t>
            </a:r>
            <a:r>
              <a:rPr lang="en-US" sz="2400" dirty="0"/>
              <a:t> — JavaScript logic processes quiz responses and generates recommended careers based on interests, subjects, and student personality traits.</a:t>
            </a:r>
          </a:p>
          <a:p>
            <a:r>
              <a:rPr lang="en-US" sz="2400" b="1" dirty="0"/>
              <a:t>Module 7: Skills and Resume Module</a:t>
            </a:r>
            <a:r>
              <a:rPr lang="en-US" sz="2400" dirty="0"/>
              <a:t> — Displays required career skills and allows students to create professional resumes including education, projects, certifications, and skills with live preview.</a:t>
            </a:r>
          </a:p>
          <a:p>
            <a:r>
              <a:rPr lang="en-US" sz="2400" b="1" dirty="0"/>
              <a:t>Module 8: English and Confidence Module</a:t>
            </a:r>
            <a:r>
              <a:rPr lang="en-US" sz="2400" dirty="0"/>
              <a:t> — Provides vocabulary learning, sentence practice, communication tips, and confidence guidance to reduce stage fear, exam stress, and English speaking anxiety.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D5767F-A13D-5C73-2B18-AB466611D4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1722" y="1333420"/>
            <a:ext cx="10599575" cy="5013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To develop a career guidance website that helps students explore different career options based on their interests and skills.</a:t>
            </a:r>
          </a:p>
          <a:p>
            <a:r>
              <a:rPr lang="en-US" sz="1800" dirty="0"/>
              <a:t>To provide career information including required education, skills, and opportunities for various professions.</a:t>
            </a:r>
          </a:p>
          <a:p>
            <a:r>
              <a:rPr lang="en-US" sz="1800" dirty="0"/>
              <a:t>To help users identify suitable career paths through a self-assessment quiz.</a:t>
            </a:r>
          </a:p>
          <a:p>
            <a:r>
              <a:rPr lang="en-US" sz="1800" dirty="0"/>
              <a:t>To allow users to create a basic resume using the resume builder feature.</a:t>
            </a:r>
          </a:p>
          <a:p>
            <a:r>
              <a:rPr lang="en-US" sz="1800" dirty="0"/>
              <a:t>To help students track and improve their skills using a skills tracker system.</a:t>
            </a:r>
          </a:p>
          <a:p>
            <a:r>
              <a:rPr lang="en-US" sz="1800" dirty="0"/>
              <a:t>To design a simple and user-friendly interface that makes career exploration easy for students.</a:t>
            </a:r>
          </a:p>
          <a:p>
            <a:r>
              <a:rPr lang="en-US" sz="1800" dirty="0"/>
              <a:t>To store and manage user data efficiently such as profile information, quiz results, and career preferences.</a:t>
            </a:r>
          </a:p>
          <a:p>
            <a:r>
              <a:rPr lang="en-US" sz="1800" dirty="0"/>
              <a:t>To enhance student confidence by providing guidance to overcome stage fear, exam stress, and English speaking anxiety.</a:t>
            </a:r>
          </a:p>
          <a:p>
            <a:r>
              <a:rPr lang="en-US" sz="1800" dirty="0"/>
              <a:t> To design a dynamic dashboard that displays motivation, career readiness insights, and student progress using JavaScript DOM manipulation.</a:t>
            </a:r>
          </a:p>
          <a:p>
            <a:r>
              <a:rPr lang="en-US" sz="1800" dirty="0"/>
              <a:t>• To demonstrate the practical integration of career guidance, self-assessment, resume building, and confidence development in one web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956" y="1568291"/>
            <a:ext cx="9645426" cy="4076153"/>
          </a:xfrm>
        </p:spPr>
        <p:txBody>
          <a:bodyPr>
            <a:normAutofit/>
          </a:bodyPr>
          <a:lstStyle/>
          <a:p>
            <a:r>
              <a:rPr lang="en-US" sz="2000" b="1" dirty="0"/>
              <a:t>CO1:</a:t>
            </a:r>
            <a:r>
              <a:rPr lang="en-US" sz="2000" dirty="0"/>
              <a:t> Apply Internet fundamentals, HTML, and introductory CSS to design the website structure including login/register pages, dashboard layout, and career information sections.</a:t>
            </a:r>
          </a:p>
          <a:p>
            <a:r>
              <a:rPr lang="en-US" sz="2000" b="1" dirty="0"/>
              <a:t>CO2:</a:t>
            </a:r>
            <a:r>
              <a:rPr lang="en-US" sz="2000" dirty="0"/>
              <a:t> Use HTML forms, semantic tags, and CSS layouts to create responsive pages for career exploration, self-assessment quiz, skills module, and resume builder.</a:t>
            </a:r>
          </a:p>
          <a:p>
            <a:r>
              <a:rPr lang="en-US" sz="2000" b="1" dirty="0"/>
              <a:t>CO3:</a:t>
            </a:r>
            <a:r>
              <a:rPr lang="en-US" sz="2000" dirty="0"/>
              <a:t> Apply JavaScript programming fundamentals to implement features such as user authentication, career dataset management, and quiz-based career recommendation logic.</a:t>
            </a:r>
          </a:p>
          <a:p>
            <a:r>
              <a:rPr lang="en-US" sz="2000" b="1" dirty="0"/>
              <a:t>CO4:</a:t>
            </a:r>
            <a:r>
              <a:rPr lang="en-US" sz="2000" dirty="0"/>
              <a:t> Use JavaScript interactivity and DOM manipulation to enable dynamic functions like career search, quiz analysis, dashboard updates, and resume preview generation.</a:t>
            </a:r>
          </a:p>
          <a:p>
            <a:r>
              <a:rPr lang="en-US" sz="2000" b="1" dirty="0"/>
              <a:t>CO5:</a:t>
            </a:r>
            <a:r>
              <a:rPr lang="en-US" sz="2000" dirty="0"/>
              <a:t> Apply advanced web development concepts including form validation, </a:t>
            </a:r>
            <a:r>
              <a:rPr lang="en-US" sz="2000" dirty="0" err="1"/>
              <a:t>localStorage</a:t>
            </a:r>
            <a:r>
              <a:rPr lang="en-US" sz="2000" dirty="0"/>
              <a:t> for data persistence, and deployment of the career guidance website for student use.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221" y="1390262"/>
            <a:ext cx="9884369" cy="3836494"/>
          </a:xfrm>
        </p:spPr>
        <p:txBody>
          <a:bodyPr>
            <a:noAutofit/>
          </a:bodyPr>
          <a:lstStyle/>
          <a:p>
            <a:r>
              <a:rPr lang="en-US" sz="1800" b="1" dirty="0"/>
              <a:t>CO1: Searching and Sorting</a:t>
            </a:r>
            <a:br>
              <a:rPr lang="en-US" sz="1800" dirty="0"/>
            </a:br>
            <a:r>
              <a:rPr lang="en-US" sz="1800" dirty="0"/>
              <a:t>Implemented career search in the Dream Careers section using JavaScript to find careers by name and display demand, growth, stability, and salary comparisons.</a:t>
            </a:r>
          </a:p>
          <a:p>
            <a:r>
              <a:rPr lang="en-US" sz="1800" b="1" dirty="0"/>
              <a:t>CO2: Lists (ADT)</a:t>
            </a:r>
            <a:br>
              <a:rPr lang="en-US" sz="1800" dirty="0"/>
            </a:br>
            <a:r>
              <a:rPr lang="en-US" sz="1800" dirty="0"/>
              <a:t>Used arrays and objects like </a:t>
            </a:r>
            <a:r>
              <a:rPr lang="en-US" dirty="0"/>
              <a:t>courses[]</a:t>
            </a:r>
            <a:r>
              <a:rPr lang="en-US" sz="1800" dirty="0"/>
              <a:t>, </a:t>
            </a:r>
            <a:r>
              <a:rPr lang="en-US" dirty="0"/>
              <a:t>careers{}</a:t>
            </a:r>
            <a:r>
              <a:rPr lang="en-US" sz="1800" dirty="0"/>
              <a:t>, and vocabulary lists in app.js to store, traverse, and display career and course data dynamically.</a:t>
            </a:r>
          </a:p>
          <a:p>
            <a:r>
              <a:rPr lang="en-US" sz="1800" b="1" dirty="0"/>
              <a:t>CO3: Stacks and Queues</a:t>
            </a:r>
            <a:br>
              <a:rPr lang="en-US" sz="1800" dirty="0"/>
            </a:br>
            <a:r>
              <a:rPr lang="en-US" sz="1800" dirty="0"/>
              <a:t>Handled quiz responses sequentially in the Self-Assessment module and processed resume builder inputs step-by-step before generating the live resume preview.</a:t>
            </a:r>
          </a:p>
          <a:p>
            <a:r>
              <a:rPr lang="en-US" sz="1800" b="1" dirty="0"/>
              <a:t>CO4: Hashing</a:t>
            </a:r>
            <a:br>
              <a:rPr lang="en-US" sz="1800" dirty="0"/>
            </a:br>
            <a:r>
              <a:rPr lang="en-US" sz="1800" dirty="0"/>
              <a:t>Used JavaScript objects and </a:t>
            </a:r>
            <a:r>
              <a:rPr lang="en-US" sz="1800" dirty="0" err="1"/>
              <a:t>localStorage</a:t>
            </a:r>
            <a:r>
              <a:rPr lang="en-US" sz="1800" dirty="0"/>
              <a:t> as key-value storage to quickly retrieve career details, user login information, and resume data within the system.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73B78-D028-E0C7-2026-8F113EC19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FD086-5DB8-6229-F986-638F960DD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808"/>
            <a:ext cx="10515600" cy="1325563"/>
          </a:xfrm>
        </p:spPr>
        <p:txBody>
          <a:bodyPr/>
          <a:lstStyle/>
          <a:p>
            <a:r>
              <a:rPr lang="en-US" dirty="0"/>
              <a:t>       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1157C-F794-1A00-294C-7E0A4B798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B3E6-AA94-F88E-2A98-F00B6B581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7ADC2-D83D-697B-714C-60122E96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391C00-B55B-3FED-3157-5071526C6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346" y="5103845"/>
            <a:ext cx="4982547" cy="11163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15F4DE-4055-D046-7638-A4648CCC9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955" y="4535928"/>
            <a:ext cx="5225143" cy="175235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65F466F-E7BF-CBA4-69D7-DE432E85A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97" y="1990610"/>
            <a:ext cx="6126503" cy="15736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A7FBD98-C64C-1817-CF49-152817FD53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1346" y="1431470"/>
            <a:ext cx="5176935" cy="231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6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E88848-14EB-5A1C-3127-94819B7E0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34" y="1334278"/>
            <a:ext cx="3620278" cy="2948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89359B-51A5-21E6-A314-75040B396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698" y="908178"/>
            <a:ext cx="3953070" cy="19392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658B90-D64E-FB8B-4010-E429D8B8B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1247" y="2893291"/>
            <a:ext cx="4311537" cy="382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111"/>
            <a:ext cx="10515600" cy="4765852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 dirty="0"/>
              <a:t>The </a:t>
            </a:r>
            <a:r>
              <a:rPr lang="en-US" sz="2400" b="1" dirty="0"/>
              <a:t>Career Compass for Student Dreams</a:t>
            </a:r>
            <a:r>
              <a:rPr lang="en-US" sz="2400" dirty="0"/>
              <a:t> website is a web-based platform designed to guide students in selecting suitable career paths based on their interests, strengths, and academic background. It provides a career exploration module that displays career descriptions, demand, growth, stability, and salary insights. The self-assessment quiz analyzes student responses and recommends appropriate careers. A career roadmap feature guides students step-by-step toward their chosen professions. The system is developed using </a:t>
            </a:r>
            <a:r>
              <a:rPr lang="en-US" sz="2400" b="1" dirty="0"/>
              <a:t>HTML, CSS, and JavaScript</a:t>
            </a:r>
            <a:r>
              <a:rPr lang="en-US" sz="2400" dirty="0"/>
              <a:t>, creating a responsive and interactive interface. Overall, the platform helps students make informed career decisions and demonstrates how modern web technologies can support career planning and student development..</a:t>
            </a:r>
          </a:p>
          <a:p>
            <a:r>
              <a:rPr lang="en-US" sz="2400" dirty="0"/>
              <a:t> Career exploration module displays different careers with descriptions, demand, growth, stability, and salary insights.</a:t>
            </a:r>
          </a:p>
          <a:p>
            <a:r>
              <a:rPr lang="en-US" sz="2400" dirty="0"/>
              <a:t> Self-assessment quiz analyzes student interests, strengths, and academic background to recommend suitable careers.</a:t>
            </a:r>
          </a:p>
          <a:p>
            <a:r>
              <a:rPr lang="en-US" sz="2400" dirty="0"/>
              <a:t> Career recommendation system suggests appropriate professions based on quiz responses.</a:t>
            </a:r>
          </a:p>
          <a:p>
            <a:r>
              <a:rPr lang="en-US" sz="2400" dirty="0"/>
              <a:t> Career roadmap feature provides step-by-step guidance for achieving selected career goals.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344" y="0"/>
            <a:ext cx="9107311" cy="1336678"/>
          </a:xfrm>
        </p:spPr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F1303FFF-A96E-1E21-B6A5-768828659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655" y="2180125"/>
            <a:ext cx="2491804" cy="36414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BBFD74-B0A9-F5CA-3990-BD4528CD1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511" y="903111"/>
            <a:ext cx="3670167" cy="5363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A34937-FAD2-2698-374B-C4E783693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" y="992805"/>
            <a:ext cx="4648200" cy="536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4149</TotalTime>
  <Words>1667</Words>
  <Application>Microsoft Office PowerPoint</Application>
  <PresentationFormat>Widescreen</PresentationFormat>
  <Paragraphs>167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Google Sans</vt:lpstr>
      <vt:lpstr>Times New Roman</vt:lpstr>
      <vt:lpstr>Wingdings</vt:lpstr>
      <vt:lpstr>Office Theme</vt:lpstr>
      <vt:lpstr>Custom Design</vt:lpstr>
      <vt:lpstr>INSTRUCTIONS</vt:lpstr>
      <vt:lpstr>Title :CAREER COMPASS FOR STUDENT DREAMS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       Screenshots for FWD &amp; DSA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mohanaasmitha@outlook.com</cp:lastModifiedBy>
  <cp:revision>57</cp:revision>
  <dcterms:created xsi:type="dcterms:W3CDTF">2022-05-20T10:20:31Z</dcterms:created>
  <dcterms:modified xsi:type="dcterms:W3CDTF">2026-03-11T15:32:06Z</dcterms:modified>
</cp:coreProperties>
</file>